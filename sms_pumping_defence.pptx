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Challenge – Unexpected Twilio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📌  The 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 transitioned to Twilio as our communication provider for sending One-Time Passwords (OTPs) via SMS.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⚠️ 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Shortly after this change, we noticed a massive spike in unexplainable SMS costs.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0332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381304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🔍  The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29768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huge volume of OTPs was triggered for random phone numbers — primarily based in Pakistan.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70332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381304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🤖  What This 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429768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"SMS Pumping" / "Toll Fraud" — automated bots trigger expensive SMS messages to international numbers to steal a fraction of routing fees.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Our Strategy – A Two-Layered Defence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To permanently stop SMS Pumping and protect our budget, we implemented a robust, two-layered security checkpoint system on our backend.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D700"/>
                </a:solidFill>
              </a:rPr>
              <a:t>Both layers must be passed before we spend a single cent on an SMS.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5577840" cy="393192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5577840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🛡️  Layer 1 — The Identity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Are you our real app?
Component: AppRequestContextFilter (Firebase App Check)
Demands a cryptographic, unforgeable digital token before processing any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286000"/>
            <a:ext cx="5577840" cy="393192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286000"/>
            <a:ext cx="5577840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⏱️  Layer 2 — The Speed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Are you requesting too fast?
Component: SendOtpRateLimitAttribute
Tracks request frequency per user/device and enforces a strict per-minute cap.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Defence Layer 1 – The Gatekeeper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700"/>
                </a:solidFill>
              </a:rPr>
              <a:t>🔒  AppRequestContextFilter  (Firebase App Check)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108960" cy="265176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📱  Real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Silently generates a
cryptographic MobileAppCheck
token in the background.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463040"/>
            <a:ext cx="3108960" cy="265176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🚪  Gatekeeper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Demands the token before
processing any request.
No token → instant reject.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1463040"/>
            <a:ext cx="3108960" cy="2651760"/>
          </a:xfrm>
          <a:prstGeom prst="rect">
            <a:avLst/>
          </a:prstGeom>
          <a:solidFill>
            <a:srgbClr val="8B0000"/>
          </a:solidFill>
          <a:ln w="254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🤖  Bot /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Cannot generate a valid token.
No real device. No real app.
Instantly blocked at the door.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389120"/>
            <a:ext cx="11521440" cy="685800"/>
          </a:xfrm>
          <a:prstGeom prst="rect">
            <a:avLst/>
          </a:prstGeom>
          <a:solidFill>
            <a:srgbClr val="E94F37"/>
          </a:solidFill>
          <a:ln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5312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✅  Result: Bots are rejected instantly — Cost to us: 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Bot farms lack a real device running our genuine application.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Automated scripts cannot replicate the cryptographic token generation.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Rejection happens before any SMS is queued — zero Twilio spend.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Slide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Defence Layer 2 – The Speed Limit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700"/>
                </a:solidFill>
              </a:rPr>
              <a:t>⏱️  SendOtpRateLimitAttribute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 Why We Need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What if an attacker hijacks a real phone, or a legitimate user taps 'Send OTP' 50 times in a row?
Layer 1 would let them through — but it would still cost us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Tracks how often a specific user or device requests an OTP.
Applies a strict cap (e.g. max X texts per minute).
Once the cap is hit: 'Please wait' — no further SMS is sent.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19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  The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121408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Residual fraud is caught by this fail-safe layer.
Legitimate users experience a brief cooldown at worst.
Cost savings are locked in — no runaway charges.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66360"/>
            <a:ext cx="11521440" cy="960120"/>
          </a:xfrm>
          <a:prstGeom prst="rect">
            <a:avLst/>
          </a:prstGeom>
          <a:solidFill>
            <a:srgbClr val="0F3D6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🔐  Combined Defence Summary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</a:rPr>
              <a:t>✔  Layer 1 (App Check) blocks ~99 %+ of bot traffic before any cost is incurred.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</a:rPr>
              <a:t>✔  Layer 2 (Rate Limit) eliminates residual abuse and protects against edge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